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media/media4.mp4" ContentType="video/mp4"/>
  <Override PartName="/ppt/media/media6.mp4" ContentType="video/mp4"/>
  <Override PartName="/ppt/media/media10.mp4" ContentType="video/mp4"/>
  <Override PartName="/ppt/media/media8.mp4" ContentType="video/mp4"/>
  <Override PartName="/ppt/media/media12.mp4" ContentType="video/mp4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2D41B1-7252-4F7D-9F2E-4B0711EB0BF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C67E04-DAE4-4E41-8E79-6B011EF4284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video" Target="../media/media4.mp4"/><Relationship Id="rId2" Type="http://schemas.microsoft.com/office/2007/relationships/media" Target="../media/media4.mp4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video" Target="../media/media6.mp4"/><Relationship Id="rId2" Type="http://schemas.microsoft.com/office/2007/relationships/media" Target="../media/media6.mp4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video" Target="../media/media8.mp4"/><Relationship Id="rId2" Type="http://schemas.microsoft.com/office/2007/relationships/media" Target="../media/media8.mp4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video" Target="../media/media10.mp4"/><Relationship Id="rId2" Type="http://schemas.microsoft.com/office/2007/relationships/media" Target="../media/media10.mp4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video" Target="../media/media12.mp4"/><Relationship Id="rId2" Type="http://schemas.microsoft.com/office/2007/relationships/media" Target="../media/media12.mp4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Demonstration Presentation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523880"/>
            <a:ext cx="8433360" cy="382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 action="ppaction://hlinksldjump"/>
              </a:rPr>
              <a:t>OLED 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2" action="ppaction://hlinksldjump"/>
              </a:rPr>
              <a:t>Dashboard 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3" action="ppaction://hlinksldjump"/>
              </a:rPr>
              <a:t>Project overview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4" action="ppaction://hlinksldjump"/>
              </a:rPr>
              <a:t>Temperature and Humidity Functionality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5" action="ppaction://hlinksldjump"/>
              </a:rPr>
              <a:t>Light Level Functionality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6" action="ppaction://hlinksldjump"/>
              </a:rPr>
              <a:t>Water Status Functionality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" charset="2"/>
              <a:buAutoNum type="arabicPeriod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7" action="ppaction://hlinksldjump"/>
              </a:rPr>
              <a:t>Irrigation Example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/>
          <p:cNvPicPr/>
          <p:nvPr/>
        </p:nvPicPr>
        <p:blipFill>
          <a:blip r:embed="rId1"/>
          <a:srcRect l="24718" t="28259" r="34302" b="39466"/>
          <a:stretch/>
        </p:blipFill>
        <p:spPr>
          <a:xfrm>
            <a:off x="2901240" y="894600"/>
            <a:ext cx="5028120" cy="459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121320"/>
            <a:ext cx="479988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 OLED View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 flipH="1">
            <a:off x="6455160" y="2592000"/>
            <a:ext cx="2374200" cy="13752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65160" rIns="117360" bIns="651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 flipH="1">
            <a:off x="6690240" y="2151360"/>
            <a:ext cx="1973160" cy="35856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8607600" y="1939680"/>
            <a:ext cx="1599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Temperature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8784000" y="2396880"/>
            <a:ext cx="1599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Humidity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 flipH="1" flipV="1">
            <a:off x="6422040" y="2890800"/>
            <a:ext cx="2331360" cy="11340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41040" rIns="117360" bIns="4104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8784360" y="2818440"/>
            <a:ext cx="1599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Light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H="1" flipV="1">
            <a:off x="6242040" y="3052440"/>
            <a:ext cx="2395800" cy="37440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8637840" y="3257640"/>
            <a:ext cx="1599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Water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282760" y="3061800"/>
            <a:ext cx="1973160" cy="14328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70920" rIns="117360" bIns="7092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702720" y="2858760"/>
            <a:ext cx="19461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Moisture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 flipV="1">
            <a:off x="1904760" y="3385080"/>
            <a:ext cx="2351520" cy="7596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3600" rIns="117360" bIns="36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559080" y="3307680"/>
            <a:ext cx="151884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Pump Mode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 rot="21545400">
            <a:off x="4322160" y="3435480"/>
            <a:ext cx="2928600" cy="362160"/>
          </a:xfrm>
          <a:prstGeom prst="rect">
            <a:avLst/>
          </a:prstGeom>
          <a:noFill/>
          <a:ln w="900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680" tIns="49680" rIns="94680" bIns="496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 flipV="1">
            <a:off x="2358000" y="3760200"/>
            <a:ext cx="1906200" cy="252720"/>
          </a:xfrm>
          <a:prstGeom prst="line">
            <a:avLst/>
          </a:prstGeom>
          <a:ln w="54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265320" y="3828960"/>
            <a:ext cx="21938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Alerts – Local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-16200"/>
            <a:ext cx="4799880" cy="48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1.2. Dashboard View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457200" y="526680"/>
            <a:ext cx="9143280" cy="514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"/>
          <p:cNvSpPr/>
          <p:nvPr/>
        </p:nvSpPr>
        <p:spPr>
          <a:xfrm>
            <a:off x="4248720" y="225360"/>
            <a:ext cx="563904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Upper left corner of each panel explains its function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2"/>
          <a:srcRect l="48953" t="30524" r="2439" b="46998"/>
          <a:stretch/>
        </p:blipFill>
        <p:spPr>
          <a:xfrm>
            <a:off x="4933800" y="2277720"/>
            <a:ext cx="4344840" cy="112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0" y="-327960"/>
            <a:ext cx="3199680" cy="134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Overview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54000" y="754920"/>
            <a:ext cx="8326800" cy="471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>
            <a:off x="0" y="101520"/>
            <a:ext cx="7605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3. Temperature and Humidity functionality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80560" y="722520"/>
            <a:ext cx="8372160" cy="4738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72000" y="45000"/>
            <a:ext cx="48168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4. Light Level functionality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11440" y="612360"/>
            <a:ext cx="8372520" cy="4738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82080" y="44280"/>
            <a:ext cx="58446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5. Water Status functionality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2600" y="557640"/>
            <a:ext cx="8705880" cy="492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82080" y="44280"/>
            <a:ext cx="584460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6. Irrigation Example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9800" y="621360"/>
            <a:ext cx="8787600" cy="4973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2026-10-27T19:20:11Z</dcterms:created>
  <dc:creator/>
  <dc:description/>
  <dc:language>en-US</dc:language>
  <cp:lastModifiedBy/>
  <cp:lastPrinted>2026-10-27T21:16:43Z</cp:lastPrinted>
  <dcterms:modified xsi:type="dcterms:W3CDTF">2026-10-29T13:44:23Z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