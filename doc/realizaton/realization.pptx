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media/media4.mp4" ContentType="video/mp4"/>
  <Override PartName="/ppt/media/media6.mp4" ContentType="video/mp4"/>
  <Override PartName="/ppt/media/media10.mp4" ContentType="video/mp4"/>
  <Override PartName="/ppt/media/media8.mp4" ContentType="video/mp4"/>
  <Override PartName="/ppt/media/media12.mp4" ContentType="video/mp4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88B6D1-3E78-4DED-B17D-4CB4D0C4E2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981C30-99B3-4BCE-AED3-DC4D69FDA2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video" Target="../media/media12.mp4"/><Relationship Id="rId2" Type="http://schemas.microsoft.com/office/2007/relationships/media" Target="../media/media12.mp4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Realization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rcRect l="24721" t="28262" r="34306" b="39470"/>
          <a:stretch/>
        </p:blipFill>
        <p:spPr>
          <a:xfrm>
            <a:off x="2901240" y="894600"/>
            <a:ext cx="5028480" cy="459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121680"/>
            <a:ext cx="48002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OLED 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flipH="1">
            <a:off x="6455160" y="2592000"/>
            <a:ext cx="2374200" cy="13752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65160" rIns="117360" bIns="651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 flipH="1">
            <a:off x="6690240" y="2151360"/>
            <a:ext cx="1973160" cy="35856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607600" y="1939680"/>
            <a:ext cx="1599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Temperature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784000" y="2396880"/>
            <a:ext cx="1599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Humidity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 flipV="1">
            <a:off x="6422040" y="2890800"/>
            <a:ext cx="2331360" cy="11340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41040" rIns="117360" bIns="410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784360" y="2818440"/>
            <a:ext cx="1599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Light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 flipV="1">
            <a:off x="6242040" y="3052440"/>
            <a:ext cx="2395800" cy="37440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637840" y="3257640"/>
            <a:ext cx="1599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Water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282760" y="3061800"/>
            <a:ext cx="1973160" cy="14328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70920" rIns="117360" bIns="70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02720" y="2858760"/>
            <a:ext cx="19465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Moisture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V="1">
            <a:off x="1904760" y="3385080"/>
            <a:ext cx="2351520" cy="7596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3600" rIns="117360" bIns="3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9080" y="3307680"/>
            <a:ext cx="15192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Pump Mode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rot="21545400">
            <a:off x="4322160" y="3435480"/>
            <a:ext cx="2928960" cy="362520"/>
          </a:xfrm>
          <a:prstGeom prst="rect">
            <a:avLst/>
          </a:prstGeom>
          <a:noFill/>
          <a:ln w="9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tIns="49680" rIns="94680" bIns="49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2358000" y="3760200"/>
            <a:ext cx="1906200" cy="252720"/>
          </a:xfrm>
          <a:prstGeom prst="line">
            <a:avLst/>
          </a:prstGeom>
          <a:ln w="54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265320" y="3828960"/>
            <a:ext cx="2194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Alerts – Local 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-15840"/>
            <a:ext cx="48002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Dashboard 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457200" y="52668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/>
          <p:nvPr/>
        </p:nvSpPr>
        <p:spPr>
          <a:xfrm>
            <a:off x="4248720" y="225360"/>
            <a:ext cx="56394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Upper left corner of each panel explains its function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"/>
          <p:cNvPicPr/>
          <p:nvPr/>
        </p:nvPicPr>
        <p:blipFill>
          <a:blip r:embed="rId2"/>
          <a:srcRect l="48953" t="30523" r="2439" b="46999"/>
          <a:stretch/>
        </p:blipFill>
        <p:spPr>
          <a:xfrm>
            <a:off x="4933800" y="2277720"/>
            <a:ext cx="4345200" cy="112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-327600"/>
            <a:ext cx="320004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Overview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54000" y="754920"/>
            <a:ext cx="8327160" cy="471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-328680"/>
            <a:ext cx="7606080" cy="13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Temperature and Humidity functionality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80560" y="722520"/>
            <a:ext cx="8372520" cy="473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72000" y="62280"/>
            <a:ext cx="48171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Light Level functionality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1440" y="612360"/>
            <a:ext cx="8372880" cy="473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82080" y="-163800"/>
            <a:ext cx="584496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Water Status functionality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2600" y="557640"/>
            <a:ext cx="8706240" cy="492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82080" y="44280"/>
            <a:ext cx="584496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Irrigation Example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9800" y="621360"/>
            <a:ext cx="8787960" cy="497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2026-10-27T19:20:11Z</dcterms:created>
  <dc:creator/>
  <dc:description/>
  <dc:language>en-US</dc:language>
  <cp:lastModifiedBy/>
  <cp:lastPrinted>2026-10-27T21:16:43Z</cp:lastPrinted>
  <dcterms:modified xsi:type="dcterms:W3CDTF">2026-10-28T21:13:12Z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